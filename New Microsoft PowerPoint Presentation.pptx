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8" r:id="rId2"/>
    <p:sldId id="259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59280"/>
            <a:ext cx="6400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801112"/>
            <a:ext cx="9144000" cy="9326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6400800" cy="30480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410267"/>
            <a:ext cx="6248400" cy="1456373"/>
          </a:xfrm>
        </p:spPr>
        <p:txBody>
          <a:bodyPr anchor="t">
            <a:normAutofit/>
          </a:bodyPr>
          <a:lstStyle>
            <a:lvl1pPr algn="ctr">
              <a:defRPr sz="36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503680"/>
            <a:ext cx="6248400" cy="1566862"/>
          </a:xfrm>
        </p:spPr>
        <p:txBody>
          <a:bodyPr anchor="b"/>
          <a:lstStyle>
            <a:lvl1pPr marL="0" indent="0" algn="ctr">
              <a:buNone/>
              <a:defRPr sz="20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71600" y="2438400"/>
            <a:ext cx="3124200" cy="3124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4648200" y="2438400"/>
            <a:ext cx="3124200" cy="3124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lourish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371600" y="2819400"/>
            <a:ext cx="3124200" cy="2743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8200" y="2819400"/>
            <a:ext cx="3124200" cy="2743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62201"/>
            <a:ext cx="3125788" cy="451338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359152"/>
            <a:ext cx="3127375" cy="448056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1" y="1676400"/>
            <a:ext cx="2819399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1" y="2275840"/>
            <a:ext cx="2819399" cy="290576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1676400"/>
            <a:ext cx="3276600" cy="3505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que 9"/>
          <p:cNvSpPr/>
          <p:nvPr/>
        </p:nvSpPr>
        <p:spPr>
          <a:xfrm>
            <a:off x="1463040" y="1847088"/>
            <a:ext cx="3090672" cy="3090672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1676400"/>
            <a:ext cx="2819400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1905000"/>
            <a:ext cx="2971800" cy="297180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2276856"/>
            <a:ext cx="2819400" cy="287528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09041"/>
            <a:ext cx="1295400" cy="431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199"/>
            <a:ext cx="5181600" cy="4267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indow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6400800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6400800" cy="342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304800" y="6356350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9718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6675120" y="63642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-274320" algn="l" defTabSz="914400" rtl="0" eaLnBrk="1" latinLnBrk="0" hangingPunct="1">
        <a:lnSpc>
          <a:spcPct val="150000"/>
        </a:lnSpc>
        <a:spcBef>
          <a:spcPct val="20000"/>
        </a:spcBef>
        <a:buClrTx/>
        <a:buFont typeface="Wingdings" pitchFamily="2" charset="2"/>
        <a:buChar char="v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800" y="2590800"/>
            <a:ext cx="4648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Information about festivals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174510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 smtClean="0"/>
              <a:t>             DIWALI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sz="4400" b="1" dirty="0"/>
              <a:t>Diwali (</a:t>
            </a:r>
            <a:r>
              <a:rPr lang="en-US" sz="4400" b="1" dirty="0" err="1"/>
              <a:t>Deepavali</a:t>
            </a:r>
            <a:r>
              <a:rPr lang="en-US" sz="4400" b="1" dirty="0"/>
              <a:t>)</a:t>
            </a:r>
            <a:r>
              <a:rPr lang="en-US" sz="4400" dirty="0"/>
              <a:t>: </a:t>
            </a:r>
            <a:r>
              <a:rPr lang="en-US" sz="3200" dirty="0"/>
              <a:t>Known as the </a:t>
            </a:r>
            <a:r>
              <a:rPr lang="en-US" sz="3200" b="1" dirty="0"/>
              <a:t>Festival of Lights</a:t>
            </a:r>
            <a:r>
              <a:rPr lang="en-US" sz="3200" dirty="0"/>
              <a:t>, it commemorates the homecoming of Lord Rama and celebrates the victory of light over darkness. Families light oil lamps (</a:t>
            </a:r>
            <a:r>
              <a:rPr lang="en-US" sz="3200" dirty="0" err="1"/>
              <a:t>diyas</a:t>
            </a:r>
            <a:r>
              <a:rPr lang="en-US" sz="3200" dirty="0"/>
              <a:t>), burst firecrackers, and share sweets.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9685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                      </a:t>
            </a:r>
            <a:r>
              <a:rPr lang="en-US" sz="5400" dirty="0" smtClean="0"/>
              <a:t>HOLI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4800" b="1" dirty="0" err="1"/>
              <a:t>Holi</a:t>
            </a:r>
            <a:r>
              <a:rPr lang="en-US" sz="4800" dirty="0"/>
              <a:t>:</a:t>
            </a:r>
            <a:r>
              <a:rPr lang="en-US" dirty="0"/>
              <a:t> </a:t>
            </a:r>
            <a:r>
              <a:rPr lang="en-US" sz="3200" dirty="0"/>
              <a:t>The </a:t>
            </a:r>
            <a:r>
              <a:rPr lang="en-US" sz="3200" b="1" dirty="0"/>
              <a:t>Festival of </a:t>
            </a:r>
            <a:r>
              <a:rPr lang="en-US" sz="3200" b="1" dirty="0" err="1"/>
              <a:t>Colours</a:t>
            </a:r>
            <a:r>
              <a:rPr lang="en-US" sz="3200" dirty="0"/>
              <a:t> marks the arrival of spring. People celebrate by throwing colored powders and water at each other, accompanied by music and dancing.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313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err="1" smtClean="0"/>
              <a:t>Navratri</a:t>
            </a:r>
            <a:r>
              <a:rPr lang="en-US" sz="4400" dirty="0" smtClean="0"/>
              <a:t> &amp; </a:t>
            </a:r>
            <a:r>
              <a:rPr lang="en-US" sz="4400" dirty="0" err="1" smtClean="0"/>
              <a:t>Durga</a:t>
            </a:r>
            <a:r>
              <a:rPr lang="en-US" sz="4400" dirty="0" smtClean="0"/>
              <a:t> </a:t>
            </a:r>
            <a:r>
              <a:rPr lang="en-US" sz="4400" dirty="0" err="1" smtClean="0"/>
              <a:t>pujan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4400" b="1" dirty="0" err="1"/>
              <a:t>Navratri</a:t>
            </a:r>
            <a:r>
              <a:rPr lang="en-US" sz="4400" b="1" dirty="0"/>
              <a:t> &amp; </a:t>
            </a:r>
            <a:r>
              <a:rPr lang="en-US" sz="4400" b="1" dirty="0" err="1"/>
              <a:t>Durga</a:t>
            </a:r>
            <a:r>
              <a:rPr lang="en-US" sz="4400" b="1" dirty="0"/>
              <a:t> Puja</a:t>
            </a:r>
            <a:r>
              <a:rPr lang="en-US" dirty="0"/>
              <a:t>: </a:t>
            </a:r>
            <a:r>
              <a:rPr lang="en-US" sz="3600" dirty="0"/>
              <a:t>A nine-night festival dedicated to Goddess </a:t>
            </a:r>
            <a:r>
              <a:rPr lang="en-US" sz="3600" dirty="0" err="1"/>
              <a:t>Durga</a:t>
            </a:r>
            <a:r>
              <a:rPr lang="en-US" sz="3600" dirty="0"/>
              <a:t>. It is celebrated with grand artistic </a:t>
            </a:r>
            <a:r>
              <a:rPr lang="en-US" sz="3600" dirty="0" err="1"/>
              <a:t>pandals</a:t>
            </a:r>
            <a:r>
              <a:rPr lang="en-US" sz="3600" dirty="0"/>
              <a:t> and rhythmic drum beats, particularly in West Bengal.</a:t>
            </a:r>
          </a:p>
        </p:txBody>
      </p:sp>
    </p:spTree>
    <p:extLst>
      <p:ext uri="{BB962C8B-B14F-4D97-AF65-F5344CB8AC3E}">
        <p14:creationId xmlns:p14="http://schemas.microsoft.com/office/powerpoint/2010/main" val="1674030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 </a:t>
            </a:r>
            <a:r>
              <a:rPr lang="en-US" sz="5400" dirty="0" smtClean="0"/>
              <a:t>Ganesh </a:t>
            </a:r>
            <a:r>
              <a:rPr lang="en-US" sz="5400" dirty="0" err="1" smtClean="0"/>
              <a:t>Chaturthi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4400" b="1" dirty="0"/>
              <a:t>Ganesh </a:t>
            </a:r>
            <a:r>
              <a:rPr lang="en-US" sz="4400" b="1" dirty="0" err="1"/>
              <a:t>Chaturthi</a:t>
            </a:r>
            <a:r>
              <a:rPr lang="en-US" sz="4400" dirty="0"/>
              <a:t>: </a:t>
            </a:r>
            <a:r>
              <a:rPr lang="en-US" sz="3600" dirty="0"/>
              <a:t>A 10-day festival honoring the birth of Lord </a:t>
            </a:r>
            <a:r>
              <a:rPr lang="en-US" sz="3600" dirty="0" err="1"/>
              <a:t>Ganesha</a:t>
            </a:r>
            <a:r>
              <a:rPr lang="en-US" sz="3600" dirty="0"/>
              <a:t>, the god of prosperity. Large clay idols are installed in homes and public stages before being immersed in water.</a:t>
            </a:r>
            <a:r>
              <a:rPr lang="en-US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78499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uture">
  <a:themeElements>
    <a:clrScheme name="Couture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Black 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20</TotalTime>
  <Words>150</Words>
  <Application>Microsoft Office PowerPoint</Application>
  <PresentationFormat>On-screen Show (4:3)</PresentationFormat>
  <Paragraphs>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Couture</vt:lpstr>
      <vt:lpstr>PowerPoint Presentation</vt:lpstr>
      <vt:lpstr>             DIWALI</vt:lpstr>
      <vt:lpstr>                       HOLI</vt:lpstr>
      <vt:lpstr>Navratri &amp; Durga pujan</vt:lpstr>
      <vt:lpstr>  Ganesh Chaturthi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Girl’s    picture </dc:title>
  <dc:creator>CEL</dc:creator>
  <cp:lastModifiedBy>CEL</cp:lastModifiedBy>
  <cp:revision>3</cp:revision>
  <dcterms:created xsi:type="dcterms:W3CDTF">2006-08-16T00:00:00Z</dcterms:created>
  <dcterms:modified xsi:type="dcterms:W3CDTF">2026-05-09T07:58:13Z</dcterms:modified>
</cp:coreProperties>
</file>